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B6B0"/>
    <a:srgbClr val="D9F2D0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howGuides="1">
      <p:cViewPr varScale="1">
        <p:scale>
          <a:sx n="117" d="100"/>
          <a:sy n="117" d="100"/>
        </p:scale>
        <p:origin x="808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74AC81-EA94-D73B-484A-394F04DE0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5BDD96-57F8-C427-D0E1-A4E3E32668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5BC299-13C0-DF2A-162A-A19B3311D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09618-57B9-994F-B401-43C3F9961217}" type="datetimeFigureOut">
              <a:rPr lang="es-ES" smtClean="0"/>
              <a:t>24/2/25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0C2256-BFE6-8AC8-4BDB-392B73EF2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988C89-6842-8033-BAE1-DD254D268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4B1F0-A150-C442-B9E7-2985CDD998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7631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F7CA42-E803-6847-48E1-3E581FEBB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283A3E-5384-0BF4-2699-85BBF7C16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4ACAF7-48D4-5FBC-26A1-464B04782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09618-57B9-994F-B401-43C3F9961217}" type="datetimeFigureOut">
              <a:rPr lang="es-ES" smtClean="0"/>
              <a:t>24/2/25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5BBB23-7771-186A-6E81-F2E06A22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93EE31-B135-1E82-805E-8324A38AE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4B1F0-A150-C442-B9E7-2985CDD998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3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5AACC-37E6-6283-F79C-DD7B8817F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9E04BB-444E-9A8E-BF56-F66652CC1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822661-09AA-0796-815D-EDEC02FF9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09618-57B9-994F-B401-43C3F9961217}" type="datetimeFigureOut">
              <a:rPr lang="es-ES" smtClean="0"/>
              <a:t>24/2/25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A47FF4-04A7-CD24-5FEA-BDF856B2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839BB5-3A96-E860-8E2A-FFDD503F9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4B1F0-A150-C442-B9E7-2985CDD998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3302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4B480-1F50-02FB-94B4-2E2BABE86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217985-8D67-F735-B6D4-4C2C166C12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F0D776E-9AFC-A2D9-5683-4C6042382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EDEBF36-F330-202B-9065-8531436A4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09618-57B9-994F-B401-43C3F9961217}" type="datetimeFigureOut">
              <a:rPr lang="es-ES" smtClean="0"/>
              <a:t>24/2/25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B3F427-8F1E-A47C-FBC9-0969399B7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5938F0-A576-70A5-ECA8-9C5691151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4B1F0-A150-C442-B9E7-2985CDD998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5521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D3204-1F42-94C6-389B-32A1D927A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29D13B-B590-108A-0663-C677BF7FF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FE4B245-C3A3-0E3C-EA26-081A9EE8A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65CA852-065D-B4C9-4B5B-09A9C004D4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5036B73-D3E4-0873-1902-4EA8ABE0D5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BF078E4-C703-BA07-AE03-1B788A5B3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09618-57B9-994F-B401-43C3F9961217}" type="datetimeFigureOut">
              <a:rPr lang="es-ES" smtClean="0"/>
              <a:t>24/2/25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878ABFB-0F05-EF26-0294-B6E9D6A5B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380B0D2-BBC4-06A2-7DE8-E636B9D09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4B1F0-A150-C442-B9E7-2985CDD998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242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40D066-9568-E057-7EAB-0B8ECF323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A91BFC-E75B-7798-B274-2D38FE63B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09618-57B9-994F-B401-43C3F9961217}" type="datetimeFigureOut">
              <a:rPr lang="es-ES" smtClean="0"/>
              <a:t>24/2/25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68A6845-4FC5-3E06-8100-E080ABAC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CEE1B2D-E2B1-21E2-E79C-8F1BFBFF9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4B1F0-A150-C442-B9E7-2985CDD998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5894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9F30BDC-80F7-7A87-8E5E-ED689374E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09618-57B9-994F-B401-43C3F9961217}" type="datetimeFigureOut">
              <a:rPr lang="es-ES" smtClean="0"/>
              <a:t>24/2/25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AD46A21-00FD-4343-AF39-871FD4317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EC9BAE-1DC3-C961-E436-463713FE5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4B1F0-A150-C442-B9E7-2985CDD998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5240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E17FF-A998-89C0-A4B7-82A1285C5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AA07E4-3959-EDCC-BD08-4B4818068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4FA3312-C8FB-D2F2-D7BC-CC31AC3E9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B8EEEC-F9AA-5CCB-D985-9B9FF2715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09618-57B9-994F-B401-43C3F9961217}" type="datetimeFigureOut">
              <a:rPr lang="es-ES" smtClean="0"/>
              <a:t>24/2/25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213E0B-42A1-E06E-65BD-3C48FF6A2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5B0ED18-622E-0B83-D49A-CA53F7E16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4B1F0-A150-C442-B9E7-2985CDD998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6661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DD439D-B0F1-1D3D-73C1-C1510BCC6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DC939F3-2978-6F04-F60C-088E7ED1EB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EEE1C09-63A2-9F7B-5522-D82D5111D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5F4FB3-0F7A-55F4-67A0-A609980F8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09618-57B9-994F-B401-43C3F9961217}" type="datetimeFigureOut">
              <a:rPr lang="es-ES" smtClean="0"/>
              <a:t>24/2/25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06BECC9-3E4F-94E2-582F-0B55C4F47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749BA2-292E-AD71-2671-3B5F5ADBA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4B1F0-A150-C442-B9E7-2985CDD998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502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BFBE87-A49C-A3F0-D7E2-EF3A61009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ECE1236-CAEE-EA04-EBE3-024DA4A33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3CA290-5FB9-CEA0-54A3-8AD5F9AB5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09618-57B9-994F-B401-43C3F9961217}" type="datetimeFigureOut">
              <a:rPr lang="es-ES" smtClean="0"/>
              <a:t>24/2/25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E5D599-4AD7-004D-F2A9-F8F8606C4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F0ECAF-F36A-A137-2B90-7075356A1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4B1F0-A150-C442-B9E7-2985CDD998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068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F2E1C71-ABFE-402A-5E22-A927648F42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BA4F82-4BDC-3B37-59F0-85D2FA99A1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DFE4F6-C553-8578-0591-9BD8AB283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09618-57B9-994F-B401-43C3F9961217}" type="datetimeFigureOut">
              <a:rPr lang="es-ES" smtClean="0"/>
              <a:t>24/2/25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761802-5B1B-7A88-BC39-36EC905A4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267D72-BBD2-4769-D1A0-C4672510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4B1F0-A150-C442-B9E7-2985CDD998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7578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CF2EFE-62F1-6053-5B2A-AD4C077FF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648E10-6453-0279-0D3D-51FC77DFE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59A52F-B94C-F452-0829-8A71A6DAFE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309618-57B9-994F-B401-43C3F9961217}" type="datetimeFigureOut">
              <a:rPr lang="es-ES" smtClean="0"/>
              <a:t>24/2/25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AE8D6E-685F-078A-040D-ADF22EDD1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B34E95-9E56-11D3-80C0-40EF886B53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64B1F0-A150-C442-B9E7-2985CDD998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6992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649721C-4D93-9625-EB1D-4DC0F07C8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39063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E83DF40-B77A-A5F0-40C6-3B4F9501E41E}"/>
              </a:ext>
            </a:extLst>
          </p:cNvPr>
          <p:cNvSpPr txBox="1"/>
          <p:nvPr/>
        </p:nvSpPr>
        <p:spPr>
          <a:xfrm>
            <a:off x="8709093" y="242990"/>
            <a:ext cx="2818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err="1"/>
              <a:t>Distance</a:t>
            </a:r>
            <a:r>
              <a:rPr lang="es-ES" b="1" dirty="0"/>
              <a:t> DTW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313FAE09-1D51-08D8-9A36-16E0EA5DC743}"/>
              </a:ext>
            </a:extLst>
          </p:cNvPr>
          <p:cNvSpPr/>
          <p:nvPr/>
        </p:nvSpPr>
        <p:spPr>
          <a:xfrm>
            <a:off x="8338457" y="892629"/>
            <a:ext cx="3559629" cy="707571"/>
          </a:xfrm>
          <a:prstGeom prst="roundRect">
            <a:avLst/>
          </a:prstGeom>
          <a:solidFill>
            <a:srgbClr val="EEB6B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CLUSTER 1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F07D97A9-5860-FDCC-80F6-58D1E9D4FA9E}"/>
              </a:ext>
            </a:extLst>
          </p:cNvPr>
          <p:cNvSpPr/>
          <p:nvPr/>
        </p:nvSpPr>
        <p:spPr>
          <a:xfrm>
            <a:off x="8338457" y="2160814"/>
            <a:ext cx="3559629" cy="70757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CLUSTER 2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BBE53A93-AE13-CB74-5EFB-981B17578D4C}"/>
              </a:ext>
            </a:extLst>
          </p:cNvPr>
          <p:cNvSpPr/>
          <p:nvPr/>
        </p:nvSpPr>
        <p:spPr>
          <a:xfrm>
            <a:off x="8338457" y="3429000"/>
            <a:ext cx="3559629" cy="70757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CLUSTER 3</a:t>
            </a: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235DEC86-D834-B5FA-9D9E-4E58895FFD67}"/>
              </a:ext>
            </a:extLst>
          </p:cNvPr>
          <p:cNvSpPr/>
          <p:nvPr/>
        </p:nvSpPr>
        <p:spPr>
          <a:xfrm>
            <a:off x="4735285" y="6139544"/>
            <a:ext cx="555171" cy="359228"/>
          </a:xfrm>
          <a:prstGeom prst="roundRect">
            <a:avLst>
              <a:gd name="adj" fmla="val 0"/>
            </a:avLst>
          </a:prstGeom>
          <a:solidFill>
            <a:srgbClr val="C1E5F5">
              <a:alpha val="43137"/>
            </a:srgb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4C33B230-38C2-ADA4-FAD9-C5211C87797B}"/>
              </a:ext>
            </a:extLst>
          </p:cNvPr>
          <p:cNvSpPr/>
          <p:nvPr/>
        </p:nvSpPr>
        <p:spPr>
          <a:xfrm>
            <a:off x="3516086" y="892629"/>
            <a:ext cx="837857" cy="359228"/>
          </a:xfrm>
          <a:prstGeom prst="roundRect">
            <a:avLst>
              <a:gd name="adj" fmla="val 0"/>
            </a:avLst>
          </a:prstGeom>
          <a:solidFill>
            <a:srgbClr val="C1E5F5">
              <a:alpha val="43137"/>
            </a:srgb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FD0C48C3-BF73-9005-DA7E-85D52F54B2F6}"/>
              </a:ext>
            </a:extLst>
          </p:cNvPr>
          <p:cNvSpPr/>
          <p:nvPr/>
        </p:nvSpPr>
        <p:spPr>
          <a:xfrm>
            <a:off x="5290456" y="1360715"/>
            <a:ext cx="631372" cy="239485"/>
          </a:xfrm>
          <a:prstGeom prst="roundRect">
            <a:avLst/>
          </a:prstGeom>
          <a:solidFill>
            <a:srgbClr val="D9F2D0">
              <a:alpha val="43137"/>
            </a:srgb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47676028-2B81-3589-97E8-E2B579768F57}"/>
              </a:ext>
            </a:extLst>
          </p:cNvPr>
          <p:cNvSpPr/>
          <p:nvPr/>
        </p:nvSpPr>
        <p:spPr>
          <a:xfrm>
            <a:off x="130966" y="936173"/>
            <a:ext cx="631372" cy="473528"/>
          </a:xfrm>
          <a:prstGeom prst="roundRect">
            <a:avLst/>
          </a:prstGeom>
          <a:solidFill>
            <a:srgbClr val="D9F2D0">
              <a:alpha val="43137"/>
            </a:srgb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34C9121D-D4B5-598F-5007-2AEB8021ADDE}"/>
              </a:ext>
            </a:extLst>
          </p:cNvPr>
          <p:cNvSpPr/>
          <p:nvPr/>
        </p:nvSpPr>
        <p:spPr>
          <a:xfrm>
            <a:off x="4370610" y="1240972"/>
            <a:ext cx="837857" cy="359228"/>
          </a:xfrm>
          <a:prstGeom prst="roundRect">
            <a:avLst/>
          </a:prstGeom>
          <a:solidFill>
            <a:srgbClr val="D9F2D0">
              <a:alpha val="43137"/>
            </a:srgb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15" name="Rectángulo redondeado 14">
            <a:extLst>
              <a:ext uri="{FF2B5EF4-FFF2-40B4-BE49-F238E27FC236}">
                <a16:creationId xmlns:a16="http://schemas.microsoft.com/office/drawing/2014/main" id="{1364A78A-E70A-8AF0-6D26-83E37E122378}"/>
              </a:ext>
            </a:extLst>
          </p:cNvPr>
          <p:cNvSpPr/>
          <p:nvPr/>
        </p:nvSpPr>
        <p:spPr>
          <a:xfrm>
            <a:off x="762339" y="699409"/>
            <a:ext cx="2753748" cy="473528"/>
          </a:xfrm>
          <a:prstGeom prst="roundRect">
            <a:avLst/>
          </a:prstGeom>
          <a:solidFill>
            <a:srgbClr val="EEB6B0">
              <a:alpha val="43137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A7FB89BF-465C-FC83-5CE3-C4E104C6BC68}"/>
              </a:ext>
            </a:extLst>
          </p:cNvPr>
          <p:cNvSpPr/>
          <p:nvPr/>
        </p:nvSpPr>
        <p:spPr>
          <a:xfrm rot="18820766">
            <a:off x="4534795" y="2473817"/>
            <a:ext cx="2753748" cy="473528"/>
          </a:xfrm>
          <a:prstGeom prst="roundRect">
            <a:avLst/>
          </a:prstGeom>
          <a:solidFill>
            <a:srgbClr val="EEB6B0">
              <a:alpha val="43137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637C437A-DB23-1121-46CE-DC780ECF4ABD}"/>
              </a:ext>
            </a:extLst>
          </p:cNvPr>
          <p:cNvSpPr/>
          <p:nvPr/>
        </p:nvSpPr>
        <p:spPr>
          <a:xfrm rot="18820766">
            <a:off x="3261343" y="4923102"/>
            <a:ext cx="2753748" cy="473528"/>
          </a:xfrm>
          <a:prstGeom prst="roundRect">
            <a:avLst/>
          </a:prstGeom>
          <a:solidFill>
            <a:srgbClr val="EEB6B0">
              <a:alpha val="43137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B09C9BCF-6C5D-D61D-BAAC-3AB9DB33D5F8}"/>
              </a:ext>
            </a:extLst>
          </p:cNvPr>
          <p:cNvSpPr/>
          <p:nvPr/>
        </p:nvSpPr>
        <p:spPr>
          <a:xfrm rot="21041237">
            <a:off x="1419199" y="5715747"/>
            <a:ext cx="2753748" cy="473528"/>
          </a:xfrm>
          <a:prstGeom prst="roundRect">
            <a:avLst/>
          </a:prstGeom>
          <a:solidFill>
            <a:srgbClr val="EEB6B0">
              <a:alpha val="43137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19966668-F9A5-D600-8F02-9E62F2E62ED8}"/>
              </a:ext>
            </a:extLst>
          </p:cNvPr>
          <p:cNvSpPr/>
          <p:nvPr/>
        </p:nvSpPr>
        <p:spPr>
          <a:xfrm rot="3132438">
            <a:off x="843771" y="5364440"/>
            <a:ext cx="1373009" cy="473528"/>
          </a:xfrm>
          <a:prstGeom prst="roundRect">
            <a:avLst/>
          </a:prstGeom>
          <a:solidFill>
            <a:srgbClr val="EEB6B0">
              <a:alpha val="43137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248DC76A-03A5-F8EF-480B-4D7065A3CCC0}"/>
              </a:ext>
            </a:extLst>
          </p:cNvPr>
          <p:cNvSpPr/>
          <p:nvPr/>
        </p:nvSpPr>
        <p:spPr>
          <a:xfrm rot="18090389">
            <a:off x="4796154" y="3777373"/>
            <a:ext cx="590660" cy="473528"/>
          </a:xfrm>
          <a:prstGeom prst="roundRect">
            <a:avLst/>
          </a:prstGeom>
          <a:solidFill>
            <a:srgbClr val="EEB6B0">
              <a:alpha val="43137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23" name="Rectángulo redondeado 22">
            <a:extLst>
              <a:ext uri="{FF2B5EF4-FFF2-40B4-BE49-F238E27FC236}">
                <a16:creationId xmlns:a16="http://schemas.microsoft.com/office/drawing/2014/main" id="{7F6C97D7-FAE8-85A0-C6B9-55F400BE195F}"/>
              </a:ext>
            </a:extLst>
          </p:cNvPr>
          <p:cNvSpPr/>
          <p:nvPr/>
        </p:nvSpPr>
        <p:spPr>
          <a:xfrm rot="19305534">
            <a:off x="5663286" y="3426773"/>
            <a:ext cx="2003820" cy="473528"/>
          </a:xfrm>
          <a:prstGeom prst="roundRect">
            <a:avLst/>
          </a:prstGeom>
          <a:solidFill>
            <a:srgbClr val="EEB6B0">
              <a:alpha val="43137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772F6394-76B4-B86B-F5F3-F04D9D946808}"/>
              </a:ext>
            </a:extLst>
          </p:cNvPr>
          <p:cNvSpPr/>
          <p:nvPr/>
        </p:nvSpPr>
        <p:spPr>
          <a:xfrm rot="17937001">
            <a:off x="6450861" y="5709937"/>
            <a:ext cx="1409763" cy="485146"/>
          </a:xfrm>
          <a:prstGeom prst="roundRect">
            <a:avLst/>
          </a:prstGeom>
          <a:solidFill>
            <a:srgbClr val="EEB6B0">
              <a:alpha val="43137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25" name="Rectángulo redondeado 24">
            <a:extLst>
              <a:ext uri="{FF2B5EF4-FFF2-40B4-BE49-F238E27FC236}">
                <a16:creationId xmlns:a16="http://schemas.microsoft.com/office/drawing/2014/main" id="{5C7536B3-4AAC-B519-51C7-21A285272E9D}"/>
              </a:ext>
            </a:extLst>
          </p:cNvPr>
          <p:cNvSpPr/>
          <p:nvPr/>
        </p:nvSpPr>
        <p:spPr>
          <a:xfrm>
            <a:off x="5760349" y="6145062"/>
            <a:ext cx="739751" cy="473528"/>
          </a:xfrm>
          <a:prstGeom prst="roundRect">
            <a:avLst/>
          </a:prstGeom>
          <a:solidFill>
            <a:srgbClr val="EEB6B0">
              <a:alpha val="43137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35D764A6-3C9F-4A26-CC0C-9D64A4B13363}"/>
              </a:ext>
            </a:extLst>
          </p:cNvPr>
          <p:cNvSpPr/>
          <p:nvPr/>
        </p:nvSpPr>
        <p:spPr>
          <a:xfrm>
            <a:off x="5092876" y="5890533"/>
            <a:ext cx="739751" cy="473528"/>
          </a:xfrm>
          <a:prstGeom prst="roundRect">
            <a:avLst/>
          </a:prstGeom>
          <a:solidFill>
            <a:srgbClr val="EEB6B0">
              <a:alpha val="43137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1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4B7E2-C869-7FB4-4036-DDCE5C94D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F2D7F78-6AAD-7566-31CF-EFE92457A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39063" cy="6858000"/>
          </a:xfrm>
          <a:prstGeom prst="rect">
            <a:avLst/>
          </a:prstGeom>
          <a:solidFill>
            <a:srgbClr val="C1E5F5">
              <a:alpha val="43137"/>
            </a:srgbClr>
          </a:solidFill>
          <a:ln>
            <a:solidFill>
              <a:schemeClr val="accent4"/>
            </a:solidFill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5C0C317-D167-38DD-82C7-8AFF13397B9E}"/>
              </a:ext>
            </a:extLst>
          </p:cNvPr>
          <p:cNvSpPr txBox="1"/>
          <p:nvPr/>
        </p:nvSpPr>
        <p:spPr>
          <a:xfrm>
            <a:off x="8709093" y="242990"/>
            <a:ext cx="2818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err="1"/>
              <a:t>Distance</a:t>
            </a:r>
            <a:r>
              <a:rPr lang="es-ES" b="1" dirty="0"/>
              <a:t> </a:t>
            </a:r>
            <a:r>
              <a:rPr lang="es-ES" b="1" dirty="0" err="1"/>
              <a:t>Cosine</a:t>
            </a:r>
            <a:endParaRPr lang="es-ES" b="1" dirty="0"/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985FA13A-A932-67E2-8310-C07A7B0EE8DD}"/>
              </a:ext>
            </a:extLst>
          </p:cNvPr>
          <p:cNvSpPr/>
          <p:nvPr/>
        </p:nvSpPr>
        <p:spPr>
          <a:xfrm>
            <a:off x="8338457" y="892629"/>
            <a:ext cx="3559629" cy="707571"/>
          </a:xfrm>
          <a:prstGeom prst="roundRect">
            <a:avLst/>
          </a:prstGeom>
          <a:solidFill>
            <a:srgbClr val="EEB6B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CLUSTER 1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7057E927-795C-686F-32BB-655E09BA65F4}"/>
              </a:ext>
            </a:extLst>
          </p:cNvPr>
          <p:cNvSpPr/>
          <p:nvPr/>
        </p:nvSpPr>
        <p:spPr>
          <a:xfrm>
            <a:off x="8338457" y="2160814"/>
            <a:ext cx="3559629" cy="70757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CLUSTER 2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02363E0C-132A-9FC3-0E38-C259F78D7599}"/>
              </a:ext>
            </a:extLst>
          </p:cNvPr>
          <p:cNvSpPr/>
          <p:nvPr/>
        </p:nvSpPr>
        <p:spPr>
          <a:xfrm>
            <a:off x="8338457" y="3429000"/>
            <a:ext cx="3559629" cy="70757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CLUSTER 3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E2AB6CC4-D7E8-C042-98A8-BED5ABA58179}"/>
              </a:ext>
            </a:extLst>
          </p:cNvPr>
          <p:cNvSpPr/>
          <p:nvPr/>
        </p:nvSpPr>
        <p:spPr>
          <a:xfrm>
            <a:off x="3516086" y="892629"/>
            <a:ext cx="837857" cy="359228"/>
          </a:xfrm>
          <a:prstGeom prst="roundRect">
            <a:avLst>
              <a:gd name="adj" fmla="val 0"/>
            </a:avLst>
          </a:prstGeom>
          <a:solidFill>
            <a:srgbClr val="C1E5F5">
              <a:alpha val="43137"/>
            </a:srgb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154E4FEE-ECEB-A6BA-93D6-DF32F58264F9}"/>
              </a:ext>
            </a:extLst>
          </p:cNvPr>
          <p:cNvSpPr/>
          <p:nvPr/>
        </p:nvSpPr>
        <p:spPr>
          <a:xfrm>
            <a:off x="130966" y="936173"/>
            <a:ext cx="631372" cy="473528"/>
          </a:xfrm>
          <a:prstGeom prst="roundRect">
            <a:avLst/>
          </a:prstGeom>
          <a:solidFill>
            <a:srgbClr val="D9F2D0">
              <a:alpha val="43137"/>
            </a:srgb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B64B0CD5-5213-0281-5047-F1821D25E88C}"/>
              </a:ext>
            </a:extLst>
          </p:cNvPr>
          <p:cNvSpPr/>
          <p:nvPr/>
        </p:nvSpPr>
        <p:spPr>
          <a:xfrm>
            <a:off x="4370610" y="1240972"/>
            <a:ext cx="837857" cy="359228"/>
          </a:xfrm>
          <a:prstGeom prst="roundRect">
            <a:avLst/>
          </a:prstGeom>
          <a:solidFill>
            <a:srgbClr val="D9F2D0">
              <a:alpha val="43137"/>
            </a:srgb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15" name="Rectángulo redondeado 14">
            <a:extLst>
              <a:ext uri="{FF2B5EF4-FFF2-40B4-BE49-F238E27FC236}">
                <a16:creationId xmlns:a16="http://schemas.microsoft.com/office/drawing/2014/main" id="{1425B6DB-9C72-3079-C72E-E4A74E743E3F}"/>
              </a:ext>
            </a:extLst>
          </p:cNvPr>
          <p:cNvSpPr/>
          <p:nvPr/>
        </p:nvSpPr>
        <p:spPr>
          <a:xfrm>
            <a:off x="762339" y="699409"/>
            <a:ext cx="2753748" cy="473528"/>
          </a:xfrm>
          <a:prstGeom prst="roundRect">
            <a:avLst/>
          </a:prstGeom>
          <a:solidFill>
            <a:srgbClr val="EEB6B0">
              <a:alpha val="43137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2BF11892-8E17-BC2B-12F7-FE5CDB50BBFF}"/>
              </a:ext>
            </a:extLst>
          </p:cNvPr>
          <p:cNvSpPr/>
          <p:nvPr/>
        </p:nvSpPr>
        <p:spPr>
          <a:xfrm rot="18820766">
            <a:off x="5621792" y="1974450"/>
            <a:ext cx="1732037" cy="473528"/>
          </a:xfrm>
          <a:prstGeom prst="roundRect">
            <a:avLst/>
          </a:prstGeom>
          <a:solidFill>
            <a:srgbClr val="C1E5F5">
              <a:alpha val="43137"/>
            </a:srgb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73181116-EEAC-26D4-3B2F-CE7F30688875}"/>
              </a:ext>
            </a:extLst>
          </p:cNvPr>
          <p:cNvSpPr/>
          <p:nvPr/>
        </p:nvSpPr>
        <p:spPr>
          <a:xfrm rot="18090389">
            <a:off x="5982697" y="1617966"/>
            <a:ext cx="590660" cy="473528"/>
          </a:xfrm>
          <a:prstGeom prst="roundRect">
            <a:avLst/>
          </a:prstGeom>
          <a:solidFill>
            <a:srgbClr val="C1E5F5">
              <a:alpha val="43137"/>
            </a:srgb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3BE6357D-DC72-EF6E-858C-76DE587A8E79}"/>
              </a:ext>
            </a:extLst>
          </p:cNvPr>
          <p:cNvSpPr/>
          <p:nvPr/>
        </p:nvSpPr>
        <p:spPr>
          <a:xfrm>
            <a:off x="974268" y="4279308"/>
            <a:ext cx="837857" cy="1294177"/>
          </a:xfrm>
          <a:prstGeom prst="roundRect">
            <a:avLst/>
          </a:prstGeom>
          <a:solidFill>
            <a:srgbClr val="D9F2D0">
              <a:alpha val="43137"/>
            </a:srgb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00C78D4F-2FF1-BF67-741F-D5588AB2815C}"/>
              </a:ext>
            </a:extLst>
          </p:cNvPr>
          <p:cNvSpPr/>
          <p:nvPr/>
        </p:nvSpPr>
        <p:spPr>
          <a:xfrm>
            <a:off x="2944581" y="5606143"/>
            <a:ext cx="837857" cy="359228"/>
          </a:xfrm>
          <a:prstGeom prst="roundRect">
            <a:avLst/>
          </a:prstGeom>
          <a:solidFill>
            <a:srgbClr val="D9F2D0">
              <a:alpha val="43137"/>
            </a:srgb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51F5C9FC-7A65-6FAD-F98E-931E9006B377}"/>
              </a:ext>
            </a:extLst>
          </p:cNvPr>
          <p:cNvSpPr/>
          <p:nvPr/>
        </p:nvSpPr>
        <p:spPr>
          <a:xfrm>
            <a:off x="5187213" y="2699643"/>
            <a:ext cx="837857" cy="359228"/>
          </a:xfrm>
          <a:prstGeom prst="roundRect">
            <a:avLst/>
          </a:prstGeom>
          <a:solidFill>
            <a:srgbClr val="D9F2D0">
              <a:alpha val="43137"/>
            </a:srgb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19" name="Rectángulo redondeado 18">
            <a:extLst>
              <a:ext uri="{FF2B5EF4-FFF2-40B4-BE49-F238E27FC236}">
                <a16:creationId xmlns:a16="http://schemas.microsoft.com/office/drawing/2014/main" id="{06BA6E62-98AB-C548-043B-484232BE2EE2}"/>
              </a:ext>
            </a:extLst>
          </p:cNvPr>
          <p:cNvSpPr/>
          <p:nvPr/>
        </p:nvSpPr>
        <p:spPr>
          <a:xfrm rot="18090389">
            <a:off x="4891882" y="3667019"/>
            <a:ext cx="590660" cy="473528"/>
          </a:xfrm>
          <a:prstGeom prst="roundRect">
            <a:avLst/>
          </a:prstGeom>
          <a:solidFill>
            <a:srgbClr val="C1E5F5">
              <a:alpha val="43137"/>
            </a:srgb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27" name="Rectángulo redondeado 26">
            <a:extLst>
              <a:ext uri="{FF2B5EF4-FFF2-40B4-BE49-F238E27FC236}">
                <a16:creationId xmlns:a16="http://schemas.microsoft.com/office/drawing/2014/main" id="{B8A608C4-FB76-91BB-B5CF-CC3EBA0DA5A8}"/>
              </a:ext>
            </a:extLst>
          </p:cNvPr>
          <p:cNvSpPr/>
          <p:nvPr/>
        </p:nvSpPr>
        <p:spPr>
          <a:xfrm>
            <a:off x="4985315" y="3092934"/>
            <a:ext cx="733172" cy="473528"/>
          </a:xfrm>
          <a:prstGeom prst="roundRect">
            <a:avLst/>
          </a:prstGeom>
          <a:solidFill>
            <a:srgbClr val="EEB6B0">
              <a:alpha val="43137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28" name="Rectángulo redondeado 27">
            <a:extLst>
              <a:ext uri="{FF2B5EF4-FFF2-40B4-BE49-F238E27FC236}">
                <a16:creationId xmlns:a16="http://schemas.microsoft.com/office/drawing/2014/main" id="{872660C2-3AEC-04D2-3CAD-3C5AAA579EFD}"/>
              </a:ext>
            </a:extLst>
          </p:cNvPr>
          <p:cNvSpPr/>
          <p:nvPr/>
        </p:nvSpPr>
        <p:spPr>
          <a:xfrm rot="19488205">
            <a:off x="5650347" y="3394421"/>
            <a:ext cx="2098146" cy="473528"/>
          </a:xfrm>
          <a:prstGeom prst="roundRect">
            <a:avLst/>
          </a:prstGeom>
          <a:solidFill>
            <a:srgbClr val="EEB6B0">
              <a:alpha val="43137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81E206CB-AF3A-6F08-77DE-21AB83E2E453}"/>
              </a:ext>
            </a:extLst>
          </p:cNvPr>
          <p:cNvSpPr/>
          <p:nvPr/>
        </p:nvSpPr>
        <p:spPr>
          <a:xfrm rot="19488205">
            <a:off x="5783000" y="5706250"/>
            <a:ext cx="2098146" cy="718110"/>
          </a:xfrm>
          <a:prstGeom prst="roundRect">
            <a:avLst/>
          </a:prstGeom>
          <a:solidFill>
            <a:srgbClr val="EEB6B0">
              <a:alpha val="43137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40443239-58C2-E4E1-91BA-06AC738F37B0}"/>
              </a:ext>
            </a:extLst>
          </p:cNvPr>
          <p:cNvSpPr/>
          <p:nvPr/>
        </p:nvSpPr>
        <p:spPr>
          <a:xfrm rot="18699227">
            <a:off x="3544920" y="4787406"/>
            <a:ext cx="2098146" cy="473528"/>
          </a:xfrm>
          <a:prstGeom prst="roundRect">
            <a:avLst/>
          </a:prstGeom>
          <a:solidFill>
            <a:srgbClr val="EEB6B0">
              <a:alpha val="43137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51871A8D-A4BB-74A5-6E07-080B687B1866}"/>
              </a:ext>
            </a:extLst>
          </p:cNvPr>
          <p:cNvSpPr/>
          <p:nvPr/>
        </p:nvSpPr>
        <p:spPr>
          <a:xfrm rot="20699683">
            <a:off x="1603369" y="5701392"/>
            <a:ext cx="1267444" cy="473528"/>
          </a:xfrm>
          <a:prstGeom prst="roundRect">
            <a:avLst/>
          </a:prstGeom>
          <a:solidFill>
            <a:srgbClr val="EEB6B0">
              <a:alpha val="43137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7796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</Words>
  <Application>Microsoft Macintosh PowerPoint</Application>
  <PresentationFormat>Panorámica</PresentationFormat>
  <Paragraphs>8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 RAMIREZ MITJANS</dc:creator>
  <cp:lastModifiedBy>SERGI RAMIREZ MITJANS</cp:lastModifiedBy>
  <cp:revision>1</cp:revision>
  <dcterms:created xsi:type="dcterms:W3CDTF">2025-02-24T10:11:21Z</dcterms:created>
  <dcterms:modified xsi:type="dcterms:W3CDTF">2025-02-24T10:33:33Z</dcterms:modified>
</cp:coreProperties>
</file>